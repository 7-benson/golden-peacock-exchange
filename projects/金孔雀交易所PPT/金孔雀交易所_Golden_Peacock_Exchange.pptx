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635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29200" y="914400"/>
            <a:ext cx="2103120" cy="2103120"/>
          </a:xfrm>
          <a:prstGeom prst="ellipse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94960" y="1280160"/>
            <a:ext cx="1371600" cy="13716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0" y="173736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D4A537"/>
                </a:solidFill>
                <a:latin typeface="Microsoft YaHei"/>
              </a:defRPr>
            </a:pPr>
            <a:r>
              <a:t>金孔雀交易所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GOLDEN PEACOCK EXCHANGE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4846320"/>
            <a:ext cx="3047695" cy="381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Microsoft YaHei"/>
              </a:defRPr>
            </a:pPr>
            <a:r>
              <a:t>综合性合规资产交易平台  —  GPC平台通证首发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0D060"/>
                </a:solidFill>
                <a:latin typeface="Microsoft YaHei"/>
              </a:defRPr>
            </a:pPr>
            <a:r>
              <a:t>链接多元价值 · 开启资产新纪元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Project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2/16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D060"/>
                </a:solidFill>
                <a:latin typeface="Microsoft YaHei"/>
              </a:defRPr>
            </a:pPr>
            <a:r>
              <a:t>多种合规复合型资产的综合性交易平台 — 基于币安链（BNB Chain）构建，原生平台通证GPC驱动生态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🏛️ 平台定位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004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综合性合规资产交易平台</a:t>
            </a:r>
            <a:br/>
            <a:r>
              <a:t>支持股票证券/数字资产</a:t>
            </a:r>
            <a:br/>
            <a:r>
              <a:t>质押/Launchpad/RWA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5603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743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💎 平台通证 GPC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004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总发行量 1,000,000,000</a:t>
            </a:r>
            <a:br/>
            <a:r>
              <a:t>BEP-20标准</a:t>
            </a:r>
            <a:br/>
            <a:r>
              <a:t>驱动平台生态价值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5603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743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🔮 战略布局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004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多元合规资产交易</a:t>
            </a:r>
            <a:br/>
            <a:r>
              <a:t>股票证券+RWA+</a:t>
            </a:r>
            <a:br/>
            <a:r>
              <a:t>数字资产三位一体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项目愿景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Microsoft YaHei"/>
              </a:defRPr>
            </a:pPr>
            <a:r>
              <a:t>构建安全、合规、透明的多元化资产交易生态，让全球用户自由参与多种合规资产的价值流通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市场机遇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3/16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25603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📊 合规资产数字化浪潮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传统股票证券数字化交易规模持续增长</a:t>
            </a:r>
            <a:br/>
            <a:r>
              <a:t>• 机构资金加速入场</a:t>
            </a:r>
            <a:br/>
            <a:r>
              <a:t>• 全球合规化趋势明显</a:t>
            </a:r>
            <a:br/>
            <a:r>
              <a:t>• 多元化资产配置需求旺盛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645920"/>
            <a:ext cx="3383280" cy="25603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🌏 东南亚多元金融浪潮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东南亚加密采用率全球领先</a:t>
            </a:r>
            <a:br/>
            <a:r>
              <a:t>• 年轻人口+高移动渗透率</a:t>
            </a:r>
            <a:br/>
            <a:r>
              <a:t>• 多元化合规资产需求爆发</a:t>
            </a:r>
            <a:br/>
            <a:r>
              <a:t>→ 数字金融弯道超车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383280" cy="25603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🏆 平台竞争壁垒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2860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合规+多元化资产+本地化 = 核心壁垒</a:t>
            </a:r>
            <a:br/>
            <a:r>
              <a:t>• 单一资产交易平台已不满足需求</a:t>
            </a:r>
            <a:br/>
            <a:r>
              <a:t>• GPC平台币驱动生态飞轮</a:t>
            </a:r>
            <a:br/>
            <a:r>
              <a:t>• 股票证券+数字资产+RWA三位一体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10698480" cy="9144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177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🌟 战略前瞻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RWA（真实世界资产代币化）市场预计2030年达数万亿级别 — 金孔雀交易所将此作为核心战略方向之一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平台核心价值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Platform Core Value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4/16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🛡️ 安全可靠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多层安全防护体系</a:t>
            </a:r>
            <a:br/>
            <a:r>
              <a:t>冷热钱包分离</a:t>
            </a:r>
            <a:br/>
            <a:r>
              <a:t>第三方安全审计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⚡ 高效流畅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基于BNB Chain</a:t>
            </a:r>
            <a:br/>
            <a:r>
              <a:t>高吞吐低延迟</a:t>
            </a:r>
            <a:br/>
            <a:r>
              <a:t>毫秒级交易确认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🔍 透明可信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链上资产可查</a:t>
            </a:r>
            <a:br/>
            <a:r>
              <a:t>定期审计报告</a:t>
            </a:r>
            <a:br/>
            <a:r>
              <a:t>合规KYC/AML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🌐 多元合规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覆盖股票证券</a:t>
            </a:r>
            <a:br/>
            <a:r>
              <a:t>数字资产、RWA</a:t>
            </a:r>
            <a:br/>
            <a:r>
              <a:t>多资产类别合规交易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97680"/>
            <a:ext cx="1069848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6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平台生态飞轮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93776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GPC平台币价值 → 赋能交易/质押/治理 → 吸引用户与流动性 → 生态繁荣驱动GPC需求 → GPC价值提升 → 反哺平台发展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平台核心功能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Core Platform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5/16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💹 股票/证券交易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合规股票证券交易通道</a:t>
            </a:r>
            <a:br/>
            <a:r>
              <a:t>多元化投资选择</a:t>
            </a:r>
            <a:br/>
            <a:r>
              <a:t>主流市场接入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⛏️ GPC质押挖矿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质押GPC获取收益</a:t>
            </a:r>
            <a:br/>
            <a:r>
              <a:t>灵活质押期限</a:t>
            </a:r>
            <a:br/>
            <a:r>
              <a:t>按月手续费结算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🚀 Launchpad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优质项目首发平台</a:t>
            </a:r>
            <a:br/>
            <a:r>
              <a:t>GPC持有者优先认购</a:t>
            </a:r>
            <a:br/>
            <a:r>
              <a:t>代币销售与拍卖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🔗 RWA资产发行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现实资产代币化</a:t>
            </a:r>
            <a:br/>
            <a:r>
              <a:t>合规发行交易</a:t>
            </a:r>
            <a:br/>
            <a:r>
              <a:t>多类型资产支持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更多功能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数字资产现货交易 — 主流交易对，订单簿深度，专业级交易界面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钱包服务 — 安全资产管理，多链支持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行情数据 — 实时K线、深度图、市场分析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API接口 — 面向量化交易与机构客户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Technology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6/16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底层公链 — 币安链（BNB Chain）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BEP-20代币标准 | 高吞吐量（~300 TPS）| 低交易费用（&lt;0.1 USD）</a:t>
            </a:r>
            <a:br/>
            <a:r>
              <a:t>成熟的DeFi生态（PancakeSwap等DEX协议） | 全球40+验证节点 | 开发者生态系统完善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💱 交易引擎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高性能撮合引擎</a:t>
            </a:r>
            <a:br/>
            <a:r>
              <a:t>订单簿深度管理</a:t>
            </a:r>
            <a:br/>
            <a:r>
              <a:t>实时行情推送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⛓️ 智能合约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质押挖矿合约</a:t>
            </a:r>
            <a:br/>
            <a:r>
              <a:t>Launchpad合约</a:t>
            </a:r>
            <a:br/>
            <a:r>
              <a:t>RWA发行标准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🛡️ 安全系统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KYC/AML认证系统</a:t>
            </a:r>
            <a:br/>
            <a:r>
              <a:t>风控引擎</a:t>
            </a:r>
            <a:br/>
            <a:r>
              <a:t>冷热钱包分离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💳 资产管理系统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多链钱包支持</a:t>
            </a:r>
            <a:br/>
            <a:r>
              <a:t>证券资产托管</a:t>
            </a:r>
            <a:br/>
            <a:r>
              <a:t>充值提现系统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394960"/>
            <a:ext cx="10698480" cy="6400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57784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安全审计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6035040"/>
            <a:ext cx="10149840" cy="-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第三方智能合约代码审计  |  币安链生态安全标准  |  多重签名钱包  |  24/7安全监控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GPC代币经济模型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GPC Tokenomics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7/16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02920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代币信息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48056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代币符号：GPC  |  总发行量：1,000,000,000  |  标准：BEP-20  |  公链：BNB Chain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83464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097280"/>
                <a:gridCol w="25603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用途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比例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锁仓规则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🌱 生态与社区激励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6亿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按智能合约逐步释放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🏦 生态基金/战略储备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1.5亿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基金会多签管理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💧 流动性储备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1亿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上线即部分流通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👥 团队与创始人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2%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2000万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锁36个月，分36月线性释放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🌟 创世节点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1000万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锁36个月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📢 市场推广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5000万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按活动计划释放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🏛️ 基金会储备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7%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7000万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多签钱包管理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229600" y="1645920"/>
            <a:ext cx="3474720" cy="4114800"/>
          </a:xfrm>
          <a:prstGeom prst="rect">
            <a:avLst/>
          </a:prstGeom>
          <a:solidFill>
            <a:srgbClr val="1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7373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📊 关键数据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D060"/>
                </a:solidFill>
                <a:latin typeface="Microsoft YaHei"/>
              </a:defRPr>
            </a:pPr>
            <a:r>
              <a:t>总发行量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6060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1,000,000,000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926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GPC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D060"/>
                </a:solidFill>
                <a:latin typeface="Microsoft YaHei"/>
              </a:defRPr>
            </a:pPr>
            <a:r>
              <a:t>公链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8862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BNB Chain (BEP-20)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2627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D060"/>
                </a:solidFill>
                <a:latin typeface="Microsoft YaHei"/>
              </a:defRPr>
            </a:pPr>
            <a:r>
              <a:t>生态占比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846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75%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1663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(生态60%+储备15%)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GPC代币价值与用途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GPC Token Utility &amp; Value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8/16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💱 手续费折扣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持有GPC可享受</a:t>
            </a:r>
            <a:br/>
            <a:r>
              <a:t>平台交易手续费减免</a:t>
            </a:r>
            <a:br/>
            <a:r>
              <a:t>持有越多折扣越大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645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💰 合伙人分润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质押GPC成为平台合伙人</a:t>
            </a:r>
            <a:br/>
            <a:r>
              <a:t>按月分享交易所手续费</a:t>
            </a:r>
            <a:br/>
            <a:r>
              <a:t>持有越多分润越高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🗳️ 平台治理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286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GPC持有者参与</a:t>
            </a:r>
            <a:br/>
            <a:r>
              <a:t>平台重大决策投票</a:t>
            </a:r>
            <a:br/>
            <a:r>
              <a:t>社区自治管理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🚀 Launchpad认购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572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优质项目的优先</a:t>
            </a:r>
            <a:br/>
            <a:r>
              <a:t>认购权与额度分配</a:t>
            </a:r>
            <a:br/>
            <a:r>
              <a:t>GPC持有者专属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59" y="3931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79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🏪 生态支付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79" y="4572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GPC作为平台内</a:t>
            </a:r>
            <a:br/>
            <a:r>
              <a:t>流通与支付介质</a:t>
            </a:r>
            <a:br/>
            <a:r>
              <a:t>交易对基础货币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931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📈 价值增值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4572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多元化资产生态增长驱动</a:t>
            </a:r>
            <a:br/>
            <a:r>
              <a:t>GPC需求持续上升</a:t>
            </a:r>
            <a:br/>
            <a:r>
              <a:t>通缩机制持续赋能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代币释放计划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Token Release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9/16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👥 团队与创始人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锁仓36个月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第1-36个月线性释放</a:t>
            </a:r>
            <a:br/>
            <a:r>
              <a:t>每月释放约0.056%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🌟 创世节点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锁仓36个月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第1-36个月分批释放</a:t>
            </a:r>
            <a:br/>
            <a:r>
              <a:t>持有人锁仓周期36个月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🌱 生态与社区激励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按智能合约逐步释放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交易挖矿/质押奖励/</a:t>
            </a:r>
            <a:br/>
            <a:r>
              <a:t>社区空投分期释放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其他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37%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分批释放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流动性/基金/市场/</a:t>
            </a:r>
            <a:br/>
            <a:r>
              <a:t>储备按计划管理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805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释放时间线（示意）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流动性储备</a:t>
            </a:r>
            <a:br/>
            <a:r>
              <a:t>市场推广部分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上线即部分流通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T+持续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生态激励</a:t>
            </a:r>
            <a:br/>
            <a:r>
              <a:t>逐步释放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按智能合约规则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T+36月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创世节点/团队</a:t>
            </a:r>
            <a:br/>
            <a:r>
              <a:t>开始分批释放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36个月逐步解锁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合伙人收益计划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Partner Revenue Sharing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10/16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10972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核心理念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持有并质押GPC，即可成为金孔雀交易所合伙人，按月分享平台全部交易手续费收益。质押越多，分润越高。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292608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💹 交易所每笔交易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474720"/>
            <a:ext cx="2377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产生手续费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0175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2834640"/>
            <a:ext cx="2560320" cy="914400"/>
          </a:xfrm>
          <a:prstGeom prst="roundRect">
            <a:avLst/>
          </a:prstGeom>
          <a:solidFill>
            <a:srgbClr val="2A3A50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3017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手续费收入池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474720"/>
            <a:ext cx="201168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月终汇总结算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0175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834640"/>
            <a:ext cx="2560320" cy="914400"/>
          </a:xfrm>
          <a:prstGeom prst="roundRect">
            <a:avLst/>
          </a:prstGeom>
          <a:solidFill>
            <a:srgbClr val="2A3A50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017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按GPC质押比例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474720"/>
            <a:ext cx="201168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分配至合伙人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2834640"/>
            <a:ext cx="292608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💰 合伙人钱包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474720"/>
            <a:ext cx="2377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按月自动到账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114800"/>
            <a:ext cx="5029200" cy="1645920"/>
          </a:xfrm>
          <a:prstGeom prst="rect">
            <a:avLst/>
          </a:prstGeom>
          <a:solidFill>
            <a:srgbClr val="1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062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🔑 核心规则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57200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Microsoft YaHei"/>
              </a:defRPr>
            </a:pPr>
            <a:r>
              <a:t>▸ 合伙人锁仓周期：36个月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Microsoft YaHei"/>
              </a:defRPr>
            </a:pPr>
            <a:r>
              <a:t>▸ 手续费结算方式：按月结算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Microsoft YaHei"/>
              </a:defRPr>
            </a:pPr>
            <a:r>
              <a:t>▸ 分润比例按质押GPC数量分配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Microsoft YaHei"/>
              </a:defRPr>
            </a:pPr>
            <a:r>
              <a:t>▸ 每月自动到账，无需手动领取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572000"/>
            <a:ext cx="5303520" cy="182880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663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🌟 创世合伙人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02920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创世节点持有者（1%配额）</a:t>
            </a:r>
            <a:br/>
            <a:r>
              <a:t>• 最高分润比例</a:t>
            </a:r>
            <a:br/>
            <a:r>
              <a:t>• 锁仓36个月</a:t>
            </a:r>
            <a:br/>
            <a:r>
              <a:t>• 平台早期治理权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4572000"/>
            <a:ext cx="5303520" cy="18288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4663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💎 GPC质押合伙人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02920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任何持有并质押GPC的用户</a:t>
            </a:r>
            <a:br/>
            <a:r>
              <a:t>• 按质押数量分配分润比例</a:t>
            </a:r>
            <a:br/>
            <a:r>
              <a:t>• 质押越多，分润越高</a:t>
            </a:r>
            <a:br/>
            <a:r>
              <a:t>• 灵活的参与机制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多元资产战略布局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Multi-Asset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11/16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战略定位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101498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金孔雀交易所定位为综合性合规资产交易平台，实现三大资产类别的有机融合 — 一个平台，多种合规资产选择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338328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💹 股票证券资产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合规通道接入</a:t>
            </a:r>
            <a:br/>
            <a:r>
              <a:t>主流市场股票/ETF/证券交易</a:t>
            </a:r>
            <a:br/>
            <a:r>
              <a:t>多元化投资选择</a:t>
            </a:r>
            <a:br/>
            <a:r>
              <a:t>遵循各国证券法规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2834640"/>
            <a:ext cx="338328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⚡ 数字资产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39" y="3474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主流加密货币现货交易</a:t>
            </a:r>
            <a:br/>
            <a:r>
              <a:t>BNB Chain生态集成</a:t>
            </a:r>
            <a:br/>
            <a:r>
              <a:t>安全快捷的数字资产管理</a:t>
            </a:r>
            <a:br/>
            <a:r>
              <a:t>合规KYC/AML体系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834640"/>
            <a:ext cx="338328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🏠 RWA现实资产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474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房地产等实体资产代币化</a:t>
            </a:r>
            <a:br/>
            <a:r>
              <a:t>合规发行与交易平台</a:t>
            </a:r>
            <a:br/>
            <a:r>
              <a:t>多类型RWA资产支持</a:t>
            </a:r>
            <a:br/>
            <a:r>
              <a:t>东南亚区域优先布局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94960"/>
            <a:ext cx="10698480" cy="548640"/>
          </a:xfrm>
          <a:prstGeom prst="rect">
            <a:avLst/>
          </a:prstGeom>
          <a:solidFill>
            <a:srgbClr val="3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406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0D060"/>
                </a:solidFill>
                <a:latin typeface="Microsoft YaHei"/>
              </a:defRPr>
            </a:pPr>
            <a:r>
              <a:t>⚖ 所有资产类别均严格遵循合规框架，持合法牌照运营，用户资产安全第一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发展路线图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12/16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651760" cy="82296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1 | Q2-Q3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平台搭建与上线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完成平台技术开发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GPC代币合约部署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获取合规资质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内部测试网运行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645920"/>
            <a:ext cx="2651760" cy="82296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2 | 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正式运营启动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主网上线与交易平台开放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GPC上线交易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Launchpad功能上线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全球社区建设启动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645920"/>
            <a:ext cx="2651760" cy="822960"/>
          </a:xfrm>
          <a:prstGeom prst="roundRect">
            <a:avLst/>
          </a:prstGeom>
          <a:solidFill>
            <a:srgbClr val="2A3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3 |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生态扩张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多区域拓展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股票证券交易通道上线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RWA资产试点启动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用户规模快速增长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645920"/>
            <a:ext cx="2651760" cy="822960"/>
          </a:xfrm>
          <a:prstGeom prst="roundRect">
            <a:avLst/>
          </a:prstGeom>
          <a:solidFill>
            <a:srgbClr val="2A3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4 | 2028+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多元资产全面布局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多类型RWA资产全面开放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全面合规证券交易体系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成为东南亚多元资产交易标杆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建立行业合规标准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合规与安全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Compliance &amp;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13/16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02920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合规体系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🛡️ 持牌运营目标</a:t>
            </a:r>
            <a:br/>
            <a:r>
              <a:t>🔍 严格KYC/AML体系</a:t>
            </a:r>
            <a:br/>
            <a:r>
              <a:t>📊 证券交易合规牌照</a:t>
            </a:r>
            <a:br/>
            <a:r>
              <a:t>🌐 国际合规标准对标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02920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安全保障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🔒 冷热钱包分离</a:t>
            </a:r>
            <a:br/>
            <a:r>
              <a:t>🤖 智能合约多重审计</a:t>
            </a:r>
            <a:br/>
            <a:r>
              <a:t>🕵️ 24/7风控监控</a:t>
            </a:r>
            <a:br/>
            <a:r>
              <a:t>✅ 多重签名管理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第一层: 账户安全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二次验证(2FA)</a:t>
            </a:r>
            <a:br/>
            <a:r>
              <a:t>反钓鱼保护</a:t>
            </a:r>
            <a:br/>
            <a:r>
              <a:t>登录监控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第二层: 交易安全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风控引擎</a:t>
            </a:r>
            <a:br/>
            <a:r>
              <a:t>异常交易检测</a:t>
            </a:r>
            <a:br/>
            <a:r>
              <a:t>提现审核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第三层: 资产安全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冷钱包离线存储</a:t>
            </a:r>
            <a:br/>
            <a:r>
              <a:t>多签钱包</a:t>
            </a:r>
            <a:br/>
            <a:r>
              <a:t>保险机制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第四层: 系统安全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代码审计</a:t>
            </a:r>
            <a:br/>
            <a:r>
              <a:t>渗透测试</a:t>
            </a:r>
            <a:br/>
            <a:r>
              <a:t>DDoS防护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风控体系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Risk Control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14/16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第一层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内部风控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内控制度健全</a:t>
            </a:r>
            <a:br/>
            <a:r>
              <a:t>操作权限管理</a:t>
            </a:r>
            <a:br/>
            <a:r>
              <a:t>定期内部审计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5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49BFF"/>
                </a:solidFill>
                <a:latin typeface="Microsoft YaHei"/>
              </a:defRPr>
            </a:pPr>
            <a:r>
              <a:t>第二层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技术风控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智能合约审计</a:t>
            </a:r>
            <a:br/>
            <a:r>
              <a:t>链上监控预警</a:t>
            </a:r>
            <a:br/>
            <a:r>
              <a:t>安全事件响应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D4A537"/>
                </a:solidFill>
                <a:latin typeface="Microsoft YaHei"/>
              </a:defRPr>
            </a:pPr>
            <a:r>
              <a:t>第三层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合规风控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KYC/AML审核</a:t>
            </a:r>
            <a:br/>
            <a:r>
              <a:t>交易监控</a:t>
            </a:r>
            <a:br/>
            <a:r>
              <a:t>举报与处置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  <a:latin typeface="Microsoft YaHei"/>
              </a:defRPr>
            </a:pPr>
            <a:r>
              <a:t>第四层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外部风控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第三方审计</a:t>
            </a:r>
            <a:br/>
            <a:r>
              <a:t>法律顾问</a:t>
            </a:r>
            <a:br/>
            <a:r>
              <a:t>保险保障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114800"/>
            <a:ext cx="10698480" cy="13716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20624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📋 信息披露与透明度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链上资产数据实时可查 — 所有GPC链上交易公开透明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定期第三方审计报告 — 平台资金与代币储备定期披露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用户资产独立托管 — 平台运营资金与用户资产严格分离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多元资产专属风控 — 股票/数字资产/RWA分别设立独立风控模型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核心团队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Core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15/16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CEO / 创始人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首席合规官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首席运营官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840480"/>
            <a:ext cx="502920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0233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顾问团队（拟邀）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4805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区块链 / 金融 / 法律领域知名专家与机构顾问</a:t>
            </a:r>
            <a:br/>
            <a:r>
              <a:t>具体名单待定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840480"/>
            <a:ext cx="502920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0233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技术合作伙伴（拟邀）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4805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币安链生态合作伙伴</a:t>
            </a:r>
            <a:br/>
            <a:r>
              <a:t>区块链安全审计机构</a:t>
            </a:r>
            <a:br/>
            <a:r>
              <a:t>做市商与流动性合作伙伴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团队成员信息持续更新中，敬请期待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635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4A537"/>
                </a:solidFill>
                <a:latin typeface="Microsoft YaHei"/>
              </a:defRPr>
            </a:pPr>
            <a:r>
              <a:t>金孔雀交易所  |  GOLDEN PEACOCK EXCHANGE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核心信息回顾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202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基于BNB Chain的综合性合规资产交易平台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原生平台通证 GPC（总发行量10亿枚，BEP-20标准）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股票证券 · 数字资产 · RWA 三类合规资产一体化交易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安全合规 · 透明可信 · 多元资产 · 全球普惠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D4A537"/>
                </a:solidFill>
                <a:latin typeface="Microsoft YaHei"/>
              </a:defRPr>
            </a:pPr>
            <a:r>
              <a:t>合作邀约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欢迎机构投资者 · 做市商 · 技术伙伴 · 社区贡献者 洽谈合作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4846320"/>
            <a:ext cx="6705295" cy="9144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4937760"/>
            <a:ext cx="5790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联系方式（待定）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5257800"/>
            <a:ext cx="5790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官网 · 邮箱 · Telegram · 微信商务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43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「链接多元价值 · 开启资产新纪元」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